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企业经营分析报告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CF0F1"/>
                </a:solidFill>
              </a:defRPr>
            </a:pPr>
            <a:r>
              <a:t>AI_CS_Copilot 自动生成  | 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总客户数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389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高风险客户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389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高价值客户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389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增长客户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本次共分析 35 个客户，覆盖 8 个行业、7 个区域。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客户风险分布：高风险 10 个、中风险 6 个、低风险 19 个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月均 GMV：¥159,429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高价值客户：10 个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增长潜力客户：8 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客户风险分布</a:t>
            </a:r>
          </a:p>
        </p:txBody>
      </p:sp>
      <p:pic>
        <p:nvPicPr>
          <p:cNvPr id="4" name="Picture 3" descr="risk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风险等级定义：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高风险：续费逾期 / 登录天数 &lt; 5 / 投诉 &gt; 8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中风险：部分指标不达标，需关注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低风险：正常经营，常规维护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重点关注：高风险客户需立即启动挽回流程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高风险客户（10 个）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客户名称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月 GMV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登录天数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投诉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建议动作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康健医疗集团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12次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博雅教育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教育培训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6天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仁和医疗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15次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绿城房产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房地产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华康医疗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利达教育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教育培训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6次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瑞金医疗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医疗健康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18次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华庭房产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房地产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鼎鑫精密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8天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宏远物流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物流运输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¥48,000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6天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紧急跟进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高价值客户（10 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恒通金融  |  月 GMV ¥350,000  |  金融  |  活跃 25天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天宇零售  |  月 GMV ¥320,000  |  零售业  |  活跃 25天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智达金融  |  月 GMV ¥280,000  |  金融  |  活跃 24天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华盛科技  |  月 GMV ¥580,000  |  互联网/科技  |  活跃 28天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捷运国际物流  |  月 GMV ¥420,000  |  物流运输  |  活跃 26天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北斗科技  |  月 GMV ¥220,000  |  互联网/科技  |  活跃 27天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华润万家零售  |  月 GMV ¥280,000  |  零售业  |  活跃 24天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云帆科技  |  月 GMV ¥520,000  |  互联网/科技  |  活跃 28天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百盛零售  |  月 GMV ¥250,000  |  零售业  |  活跃 22天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中联科技  |  月 GMV ¥380,000  |  互联网/科技  |  活跃 26天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</a:defRPr>
            </a:pPr>
            <a:r>
              <a:t>维护建议：配备专属 CSM | 季度高层拜访 | 提前 90 天续约 | 优先响应需求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行业与区域分析</a:t>
            </a:r>
          </a:p>
        </p:txBody>
      </p:sp>
      <p:pic>
        <p:nvPicPr>
          <p:cNvPr id="4" name="Picture 3" descr="indust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474720"/>
          </a:xfrm>
          <a:prstGeom prst="rect">
            <a:avLst/>
          </a:prstGeom>
        </p:spPr>
      </p:pic>
      <p:pic>
        <p:nvPicPr>
          <p:cNvPr id="5" name="Picture 4" descr="reg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474720"/>
          </a:xfrm>
          <a:prstGeom prst="rect">
            <a:avLst/>
          </a:prstGeom>
        </p:spPr>
      </p:pic>
      <p:pic>
        <p:nvPicPr>
          <p:cNvPr id="6" name="Picture 5" descr="gmv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754880"/>
            <a:ext cx="82296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经营洞察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AI 洞察：请先在「生成报告」生成内容后再生成 PPT。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### 紧急（本周）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1. 对 10 个高风险客户启动 1 对 1 挽回流程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2. CSM 主管 + 销售总监联合跟进逾期客户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3. 投诉客户 48 小时内完成闭环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### 短期（本月）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1. 高价值客户季度复盘会议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2. 增长潜力客户 CSM 重点辅导计划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3. 高风险客户专项改善方案实施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### 长期（本季度）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1. 产品 Onboarding 流程优化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2. 客户健康度监控体系上线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3. 行业标杆案例传播推广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本报告由 AI_CS_Copilot Enterprise Reporting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